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 and the project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core problem and how DoConnect AI solves it in one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layer of the stack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modules form the backbone of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layered MVC architecture and where AI fits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normalized tables with proper foreign key relationships.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Gemini is the primary AI provider, OpenAI is the backup via Strategy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patterns, each solving a real architectural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endpoints are JWT-protected except auth, and fully documented in Swagger.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 unit tests across all service classes, covering happy paths and edge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slide of all major features before closing.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— summarize deliverables and thank the evaluators.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DoConnect AI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Discussion &amp; Knowledge Collaboration Platform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Learning Capstone Project  |  Spring Boot + React + Gemini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| 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Developers use scattered platforms — Q&amp;A sites, chat apps, search engines — with no single connected workflow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DoConnect AI unifies Q&amp;A, real-time chat, and AI assistance into one platform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strengths of StackOverflow (Q&amp;A) + Discord (chat) + Generative AI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full-stack capstone covering frontend, backend, database, security, and AI integration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7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Redux Toolkit, React Router, Axios, Bootstrap, WebSocket (STOMP/SockJS)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3.2, Spring Security, JWT, Spring Data JPA, WebSocket, Swagger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— 7 relational tables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Deployment</a:t>
            </a:r>
            <a:endParaRPr lang="en-US" sz="17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API, OpenAI (backup), Docker, Render, Netlify, Railway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Roles — JWT login, User / Moderator / Admin roles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Answer Engine — Gemini auto-generates answers on every question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Tag System — AI suggests relevant tags while posting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— WebSocket-based multi-room discussion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Moderation — Detects toxic content automatically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— Trending topics, active users, sentiment score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 →  REST Controllers  →  Service Layer  →  Repository Layer  →  MySQL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Redux store, Axios services, WebSocket hook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Controllers, Services, Repositories, JWT security filter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5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called from the Service Layer via Strategy Pattern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7 Tables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 id, username, email, password, role, bio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id, title, content, votes, views, user_id (FK)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— id, content, votes, is_accepted, is_ai_generated, question_id / user_id (FK)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— id, name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question_tags — join table for Many-to-Many (Question ↔ Tag)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chat_messages — id, sender, content, room_id, type, timestamp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flagged_content — id, content_type, content_id, reason, status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— Google Gemini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 — Auto-generates answers asynchronously when a question is posted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Tag Suggestion — Suggests 3-5 relevant tags based on question content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Moderation — Screens every post for toxic or inappropriate content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— Scores platform-wide content tone for the admin dashboard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 allows switching between Gemini and OpenAI via one config line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Implemented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— One instance per Service/Repository, managed by Spring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— ResponseFactory creates consistent API responses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— NotificationBuilder constructs notification objects step-by-step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— Switch AI provider (Gemini/OpenAI) without code changes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— EventPublisher notifies listeners on events (e.g. answer posted)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— AIServiceProxy caches AI responses to avoid duplicate API calls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 — 40+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— /api/auth/register, /api/auth/login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— profile, password, account management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CRUD, search, trending, tag filter, vote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— post, update, delete, accept, vote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answer generation, tag suggestion, moderation, sentiment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— WebSocket endpoint + history API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Moderation — analytics, user management, content review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via Swagger UI at /swagger-ui.html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— Service Layer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JUnit 5 + Mockito (no real DB or API calls)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AuthServiceImplTest — 5 tests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UserServiceImplTest — 6 tests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QuestionServiceImplTest — 9 tests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AnswerServiceImplTest — 8 tests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ChatServiceImplTest — 6 tests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AIServiceImplTest — 8 tests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42 tests, all passing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at a Glance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 — Register/Login, role-based access control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System — AI auto-answers, voting, accepted answers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— Real-time multi-room WebSocket chat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— AI detection + admin/moderator review queue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— Trending content, active users, sentiment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— Edit details, change password, view history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backend files  •  28 frontend files  •  40+ API endpoints  •  42 unit tests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backend, React frontend, Swagger docs, unit tests, deployment, PPT + report + diagrams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4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Boot, React, MySQL, JWT, Gemini AI, WebSocket, JUnit/Mockito, Docker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95360" y="48920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9595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DoConnect AI</dc:title>
  <dc:subject>PptxGenJS Presentation</dc:subject>
  <dc:creator>DoConnect Team</dc:creator>
  <cp:lastModifiedBy>DoConnect Team</cp:lastModifiedBy>
  <cp:revision>1</cp:revision>
  <dcterms:created xsi:type="dcterms:W3CDTF">2026-06-18T03:30:34Z</dcterms:created>
  <dcterms:modified xsi:type="dcterms:W3CDTF">2026-06-18T03:30:34Z</dcterms:modified>
</cp:coreProperties>
</file>